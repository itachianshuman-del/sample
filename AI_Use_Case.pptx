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Relationship Id="rId4" Type="http://schemas.openxmlformats.org/officeDocument/2006/relationships/presProps" Target="presProps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2"/>
          </a:solidFill>
        </a:defRPr>
      </a:lvl1pPr>
    </p:titleStyle>
    <p:bodyStyle>
      <a:lvl1pPr>
        <a:defRPr sz="1800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381000"/>
            <a:ext cx="108204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</a:rPr>
              <a:t>AI Use Case: Intelligent Customer Support Automation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85800" y="1714500"/>
            <a:ext cx="10820400" cy="4525963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Problem: High volume of repetitive support tickets overwhelms agents and slows response times.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Solution: An LLM-powered virtual assistant triages, answers, and routes customer queries 24/7.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How it works: NLP understands intent, retrieves answers from a knowledge base, and escalates complex cases to humans.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Impact: ~60% faster first response, ~40% lower support cost, and higher customer satisfaction.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Tech: Large Language Models + Retrieval-Augmented Generation (RAG) + sentiment analysis.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2E74B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